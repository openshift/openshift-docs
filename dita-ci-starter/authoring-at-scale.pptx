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Authoring at scale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C9C9C9"/>
                </a:solidFill>
                <a:latin typeface="Arial"/>
              </a:rPr>
              <a:t>Git-source authoring, AEM-Guides publishing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A9A9A"/>
                </a:solidFill>
                <a:latin typeface="Arial"/>
              </a:rPr>
              <a:t>A way forward for multi-version, AI-generated DITA documentation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777777"/>
                </a:solidFill>
                <a:latin typeface="Arial"/>
              </a:rPr>
              <a:t>Proposal + working CI starter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AEM Guides was built to publish, not to author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•  RHAI docs must soon support multiple product versions at once and absorb a growing volume of AI-generated content.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•  The current AEM Guides authoring setup was built for neither — and it is already slowing RHAI 3.6.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•  Four structural limits: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–  MCP is one-file-per-round-trip — a change across 400 topics = hundreds of sequential API calls, content paying tokens to pass through the model.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–  Folder-per-version shares no history — copying a folder breaks every UUID reference; no merge or cherry-pick between versions.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–  No draft/review state — anything the Docs Orchestrator writes is immediately publishable; no PR, no comment loop to iterate on.</a:t>
            </a:r>
          </a:p>
          <a:p>
            <a:pPr lvl="1"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–  No regex/XPath bulk editing and no writer-run scripts — DITA-OT plugins need a Cloud Manager developer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THE KEY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OpenShift already proves the model works — at the largest scale we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A1A1A"/>
                </a:solidFill>
                <a:latin typeface="Arial"/>
              </a:rPr>
              <a:t>•  openshift-docs runs Git branch-per-version with cherry-pick across versions today.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  <a:latin typeface="Arial"/>
              </a:rPr>
              <a:t>–  ~15 concurrent OCP versions · 439 branches · hundreds of contributors — in production, for years.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–  The '-CP' branch fan-out (e.g. OCPBUGS-88471-4.12-CP … -4.19-CP) IS 'cherry-pick a fix across release lines.'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73152" cy="1371600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424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</a:rPr>
              <a:t>Asking OpenShift to re-express this as AEM folder-copies would replace a model that scales to 15 versions with one the proposal shows breaks at two.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PROPOSED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Author in Git, publish from AEM Guides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1488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Writers + AI
(edit files, open PRs)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24028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E0000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1828800"/>
            <a:ext cx="2148840" cy="1371600"/>
          </a:xfrm>
          <a:prstGeom prst="rect">
            <a:avLst/>
          </a:prstGeom>
          <a:solidFill>
            <a:srgbClr val="15171A"/>
          </a:solidFill>
          <a:ln w="15875">
            <a:solidFill>
              <a:srgbClr val="15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Git repo
branch per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4" y="224028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E0000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9784" y="1828800"/>
            <a:ext cx="21488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CI: gate →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0336" y="224028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E0000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3216" y="1828800"/>
            <a:ext cx="21488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Adobe Git Connector
(one-way, GUID-safe)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24028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EE000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6648" y="1828800"/>
            <a:ext cx="2148840" cy="1371600"/>
          </a:xfrm>
          <a:prstGeom prst="rect">
            <a:avLst/>
          </a:prstGeom>
          <a:solidFill>
            <a:srgbClr val="15171A"/>
          </a:solidFill>
          <a:ln w="15875">
            <a:solidFill>
              <a:srgbClr val="151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AEM Guides
publish + translate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Git becomes the system of record; AEM Guides stays the publishing + translation system — unchanged.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 Writers and the Docs Orchestrator work on files and open pull requests. The write-path MCP bottleneck disappears.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 A DITA-OT normalize job resolves keys/conrefs to plain DITA; the connector imports it one-way, preserving GUIDs.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 Branch-per-version = shared history, merge, and cherry-pick. No UUID-rewrite workflow is ever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HOW IT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Each gap has a direct answer in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834640" cy="658368"/>
          </a:xfrm>
          <a:prstGeom prst="rect">
            <a:avLst/>
          </a:prstGeom>
          <a:solidFill>
            <a:srgbClr val="15171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 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00200"/>
            <a:ext cx="4297680" cy="658368"/>
          </a:xfrm>
          <a:prstGeom prst="rect">
            <a:avLst/>
          </a:prstGeom>
          <a:solidFill>
            <a:srgbClr val="15171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  AEM Guides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00200"/>
            <a:ext cx="3931920" cy="658368"/>
          </a:xfrm>
          <a:prstGeom prst="rect">
            <a:avLst/>
          </a:prstGeom>
          <a:solidFill>
            <a:srgbClr val="15171A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  Git + connector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Release branching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58568"/>
            <a:ext cx="4297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Per-file versions; baselines not configured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258568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Repo branches with merge, one per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16936"/>
            <a:ext cx="283464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Content per 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916936"/>
            <a:ext cx="429768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Folder copies, histories diverge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16936"/>
            <a:ext cx="393192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One branch per version, shared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75304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Deprecating a 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575304"/>
            <a:ext cx="4297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Blocked without delete rights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575304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Delete on branch; history keeps it recoverable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33672"/>
            <a:ext cx="283464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Bulk edits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233672"/>
            <a:ext cx="429768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Plain-text find/replace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233672"/>
            <a:ext cx="393192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Regex + XPath across files, in scripts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92040"/>
            <a:ext cx="2834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AI &amp;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892040"/>
            <a:ext cx="4297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MCP over REST, one file per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8920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Full working copy for scripts, CI,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50408"/>
            <a:ext cx="283464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1">
                <a:solidFill>
                  <a:srgbClr val="1A1A1A"/>
                </a:solidFill>
                <a:latin typeface="Arial"/>
              </a:rPr>
              <a:t>  Orchestrator delivery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5550408"/>
            <a:ext cx="429768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1A1A1A"/>
                </a:solidFill>
                <a:latin typeface="Arial"/>
              </a:rPr>
              <a:t>  No grouped change or revert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5550408"/>
            <a:ext cx="3931920" cy="658368"/>
          </a:xfrm>
          <a:prstGeom prst="rect">
            <a:avLst/>
          </a:prstGeom>
          <a:solidFill>
            <a:srgbClr val="F5F5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 b="0">
                <a:solidFill>
                  <a:srgbClr val="EE0000"/>
                </a:solidFill>
                <a:latin typeface="Arial"/>
              </a:rPr>
              <a:t>  One PR per delivery, cherry-picked across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THE CI REFACTOR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From 'CI publishes' to 'CI gates, normalizes, syncs'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212080" cy="42062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A5A5A"/>
                </a:solidFill>
                <a:latin typeface="Arial"/>
              </a:rPr>
              <a:t>github-pr-dita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One manual workflow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Builds HTML5 + PDF — CI is the publisher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No validation, no link check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Keys left to the renderer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One map, one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212080" cy="420624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B3B3"/>
                </a:solidFill>
                <a:latin typeface="Arial"/>
              </a:rPr>
              <a:t>Refactored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•  pr-gate.yml — validation blocks merge, scoped to changed maps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•  normalize-sync.yml — dita2dita resolves keys → push to sync/&lt;branch&gt;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DDDDDD"/>
                </a:solidFill>
                <a:latin typeface="Arial"/>
              </a:rPr>
              <a:t>•  Adobe Git Connector imports sync/* → AEM publishes (unchanged)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BBBBBB"/>
                </a:solidFill>
                <a:latin typeface="Arial"/>
              </a:rPr>
              <a:t>•  release-preview.yml — optional offline preview, off critical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A working starter set, not a sketch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3 GitHub Actions workflows (YAML-validated):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–  pr-gate.yml · normalize-sync.yml · release-preview.yml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4 CI scripts: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–  changed-maps.sh — scopes the gate to the maps a PR touches (the scale lever)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–  linkcheck.sh — fails on broken href/conref; bug found and fixed, then smoke-tested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–  push-sync-branch.sh — delta-mirrors normalized DITA to the connector branch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–  schematron.sh — honest stub, marked for wiring to CCS rules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5A5A5A"/>
                </a:solidFill>
                <a:latin typeface="Arial"/>
              </a:rPr>
              <a:t>•  Decisions that matter: DITA-OT runs via docker run (image lacks git/node for a job container); --format=dita serves as both validator and normalizer.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Prove it on RHAI, fast-follow on OpenShift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Phase 0 — Harden the demo (days): add pr-gate + container runtime to github-pr-dita.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Phase 1 — Add the transform half (1–2 wks): normalize-sync against a mock sync branch; prove dita2dita + GUID stability. De-risks the novel piece before any Adobe dependency.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Phase 2 — RHAI 6-week pilot: wire the Git Connector for one product / two versions; clear the version + link backlog as reviewed PRs.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•  Phase 3 — Scale to openshift-docs: changed-maps resolution, per-version matrix over the -CP pattern, caching; run shadow-mode, then make gates required.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EE0000"/>
                </a:solidFill>
                <a:latin typeface="Arial"/>
              </a:rPr>
              <a:t>•  RFEs to Adobe are the fallback, not a parallel bet — Git gives us all of it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E0000"/>
                </a:solidFill>
                <a:latin typeface="Arial"/>
              </a:rPr>
              <a:t>BE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Arial"/>
              </a:rPr>
              <a:t>Validate these before betting a rollout on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Does dita2dita round-trip at real conditionalization volume without breaking the DITAVAL filtering AEM still needs downstream?  → test in Phase 1.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GUID stability across re-syncs under real churn — verify on our own content, don't take the connector's promise on faith.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•  The sync/normalize pipeline is now production-critical infra someone must own and monitor.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A5A5A"/>
                </a:solidFill>
                <a:latin typeface="Arial"/>
              </a:rPr>
              <a:t>•  The trade: a bounded engineering cost (a sync pipeline) versus the folder model's unbounded manual cost (UUID-rewrite + cross-folder port, paid at every release, forever, by every team).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E7A3C"/>
                </a:solidFill>
                <a:latin typeface="Arial"/>
              </a:rPr>
              <a:t>•  At openshift-docs scale, that trade is not close.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•  Approve the Git-source / AEM-publish direction for RHAI, with OpenShift as the explicit scale fast-follow.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DDDDDD"/>
                </a:solidFill>
                <a:latin typeface="Arial"/>
              </a:rPr>
              <a:t>•  Green-light the 6-week RHAI pilot — each backlog fix becomes a script run and a reviewed PR.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DDDDDD"/>
                </a:solidFill>
                <a:latin typeface="Arial"/>
              </a:rPr>
              <a:t>•  Starter CI + this deck are ready in a branch PR on the fork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Arial"/>
              </a:rPr>
              <a:t>Position OpenShift as the proof that the model scales — not the guinea pig.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